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691fe5b7dd4b95" /><Relationship Type="http://schemas.openxmlformats.org/officeDocument/2006/relationships/extended-properties" Target="/docProps/app.xml" Id="Rf230acfeca2a4319" /><Relationship Type="http://schemas.openxmlformats.org/officeDocument/2006/relationships/officeDocument" Target="/ppt/presentation.xml" Id="Rfcde798589a949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c9d0ac9d644990"/>
  </p:sldMasterIdLst>
  <p:notesMasterIdLst>
    <p:notesMasterId xmlns:r="http://schemas.openxmlformats.org/officeDocument/2006/relationships" r:id="Rbbc15db2369f40d4"/>
  </p:notesMasterIdLst>
  <p:sldIdLst>
    <p:sldId xmlns:r="http://schemas.openxmlformats.org/officeDocument/2006/relationships" id="256" r:id="R8a8f52a35f994fef"/>
    <p:sldId xmlns:r="http://schemas.openxmlformats.org/officeDocument/2006/relationships" id="257" r:id="Ra6f85e67dd124020"/>
    <p:sldId xmlns:r="http://schemas.openxmlformats.org/officeDocument/2006/relationships" id="258" r:id="Rd074a9be5db14132"/>
    <p:sldId xmlns:r="http://schemas.openxmlformats.org/officeDocument/2006/relationships" id="259" r:id="R3a2d55ea2e0c4305"/>
    <p:sldId xmlns:r="http://schemas.openxmlformats.org/officeDocument/2006/relationships" id="260" r:id="R4c3204d4b49f475e"/>
    <p:sldId xmlns:r="http://schemas.openxmlformats.org/officeDocument/2006/relationships" id="261" r:id="R190b5528606c4bcc"/>
    <p:sldId xmlns:r="http://schemas.openxmlformats.org/officeDocument/2006/relationships" id="262" r:id="Rf006e943419043db"/>
    <p:sldId xmlns:r="http://schemas.openxmlformats.org/officeDocument/2006/relationships" id="263" r:id="R2d17f90314de4529"/>
    <p:sldId xmlns:r="http://schemas.openxmlformats.org/officeDocument/2006/relationships" id="264" r:id="R5c2e2e3591bc4166"/>
    <p:sldId xmlns:r="http://schemas.openxmlformats.org/officeDocument/2006/relationships" id="265" r:id="R44efa195f3664672"/>
    <p:sldId xmlns:r="http://schemas.openxmlformats.org/officeDocument/2006/relationships" id="266" r:id="R37d3c8704a82432e"/>
    <p:sldId xmlns:r="http://schemas.openxmlformats.org/officeDocument/2006/relationships" id="267" r:id="R21745f41ca4a4ef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63f42ef36f449e" /><Relationship Type="http://schemas.openxmlformats.org/officeDocument/2006/relationships/slideMaster" Target="/ppt/slideMasters/slideMaster1.xml" Id="Raec9d0ac9d644990" /><Relationship Type="http://schemas.openxmlformats.org/officeDocument/2006/relationships/notesMaster" Target="/ppt/notesMasters/notesMaster1.xml" Id="Rbbc15db2369f40d4" /><Relationship Type="http://schemas.openxmlformats.org/officeDocument/2006/relationships/presProps" Target="/ppt/presProps.xml" Id="R63340cb3184e433e" /><Relationship Type="http://schemas.openxmlformats.org/officeDocument/2006/relationships/tableStyles" Target="/ppt/tableStyles.xml" Id="R10b3d54cb9684e23" /><Relationship Type="http://schemas.openxmlformats.org/officeDocument/2006/relationships/slide" Target="/ppt/slides/slide1.xml" Id="R8a8f52a35f994fef" /><Relationship Type="http://schemas.openxmlformats.org/officeDocument/2006/relationships/slide" Target="/ppt/slides/slide2.xml" Id="Ra6f85e67dd124020" /><Relationship Type="http://schemas.openxmlformats.org/officeDocument/2006/relationships/slide" Target="/ppt/slides/slide3.xml" Id="Rd074a9be5db14132" /><Relationship Type="http://schemas.openxmlformats.org/officeDocument/2006/relationships/slide" Target="/ppt/slides/slide4.xml" Id="R3a2d55ea2e0c4305" /><Relationship Type="http://schemas.openxmlformats.org/officeDocument/2006/relationships/slide" Target="/ppt/slides/slide5.xml" Id="R4c3204d4b49f475e" /><Relationship Type="http://schemas.openxmlformats.org/officeDocument/2006/relationships/slide" Target="/ppt/slides/slide6.xml" Id="R190b5528606c4bcc" /><Relationship Type="http://schemas.openxmlformats.org/officeDocument/2006/relationships/slide" Target="/ppt/slides/slide7.xml" Id="Rf006e943419043db" /><Relationship Type="http://schemas.openxmlformats.org/officeDocument/2006/relationships/slide" Target="/ppt/slides/slide8.xml" Id="R2d17f90314de4529" /><Relationship Type="http://schemas.openxmlformats.org/officeDocument/2006/relationships/slide" Target="/ppt/slides/slide9.xml" Id="R5c2e2e3591bc4166" /><Relationship Type="http://schemas.openxmlformats.org/officeDocument/2006/relationships/slide" Target="/ppt/slides/slide10.xml" Id="R44efa195f3664672" /><Relationship Type="http://schemas.openxmlformats.org/officeDocument/2006/relationships/slide" Target="/ppt/slides/slide11.xml" Id="R37d3c8704a82432e" /><Relationship Type="http://schemas.openxmlformats.org/officeDocument/2006/relationships/slide" Target="/ppt/slides/slide12.xml" Id="R21745f41ca4a4e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641f5b48ba4b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bc6f1e34964881" /><Relationship Type="http://schemas.openxmlformats.org/officeDocument/2006/relationships/notesMaster" Target="/ppt/notesMasters/notesMaster1.xml" Id="R6a42a396418a4c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43477248a74afa" /><Relationship Type="http://schemas.openxmlformats.org/officeDocument/2006/relationships/notesMaster" Target="/ppt/notesMasters/notesMaster1.xml" Id="R6c5bd2d4be064a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01c8add035459b" /><Relationship Type="http://schemas.openxmlformats.org/officeDocument/2006/relationships/notesMaster" Target="/ppt/notesMasters/notesMaster1.xml" Id="R5feede80503f4f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005dee5c944ded" /><Relationship Type="http://schemas.openxmlformats.org/officeDocument/2006/relationships/notesMaster" Target="/ppt/notesMasters/notesMaster1.xml" Id="R4d191c5633784d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d9f32e195e4982" /><Relationship Type="http://schemas.openxmlformats.org/officeDocument/2006/relationships/notesMaster" Target="/ppt/notesMasters/notesMaster1.xml" Id="R350a519b92bd48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f5dccf86924e4f" /><Relationship Type="http://schemas.openxmlformats.org/officeDocument/2006/relationships/notesMaster" Target="/ppt/notesMasters/notesMaster1.xml" Id="Ra64951652f6a47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35b11c946e4ba8" /><Relationship Type="http://schemas.openxmlformats.org/officeDocument/2006/relationships/notesMaster" Target="/ppt/notesMasters/notesMaster1.xml" Id="Reffba3f6cf6340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29a4b2c66d45c1" /><Relationship Type="http://schemas.openxmlformats.org/officeDocument/2006/relationships/notesMaster" Target="/ppt/notesMasters/notesMaster1.xml" Id="Rff8caa3c1f0843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f2a22a36ee4a17" /><Relationship Type="http://schemas.openxmlformats.org/officeDocument/2006/relationships/notesMaster" Target="/ppt/notesMasters/notesMaster1.xml" Id="R758a0971f6e84a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c5b3438c7a4dc2" /><Relationship Type="http://schemas.openxmlformats.org/officeDocument/2006/relationships/notesMaster" Target="/ppt/notesMasters/notesMaster1.xml" Id="R8aea738cef174f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bff69c0bb044ef" /><Relationship Type="http://schemas.openxmlformats.org/officeDocument/2006/relationships/notesMaster" Target="/ppt/notesMasters/notesMaster1.xml" Id="R0d789a6e84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13a40cdb494dc2" /><Relationship Type="http://schemas.openxmlformats.org/officeDocument/2006/relationships/notesMaster" Target="/ppt/notesMasters/notesMaster1.xml" Id="Rd1ce5b1404e540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로그 다운로더 사용설명서. 기준: 2026-09-16 로컬 index.html, server.py, recording_time.py.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로그 다운로더 사용설명서. 기준: 2026-09-16 로컬 index.html, server.py, recording_time.py.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로그 다운로더 사용설명서. 기준: 2026-09-16 로컬 index.html, server.py, recording_time.py.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로그 다운로더 사용설명서. 기준: 2026-09-16 로컬 index.html, server.py, recording_time.py.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로그 다운로더 사용설명서. 기준: 2026-09-16 로컬 index.html, server.py, recording_time.py.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로그 다운로더 사용설명서. 기준: 2026-09-16 로컬 index.html, server.py, recording_time.py.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로그 다운로더 사용설명서. 기준: 2026-09-16 로컬 index.html, server.py, recording_time.py.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로그 다운로더 사용설명서. 기준: 2026-09-16 로컬 index.html, server.py, recording_time.py.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로그 다운로더 사용설명서. 기준: 2026-09-16 로컬 index.html, server.py, recording_time.py.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로그 다운로더 사용설명서. 기준: 2026-09-16 로컬 index.html, server.py, recording_time.py.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로그 다운로더 사용설명서. 기준: 2026-09-16 로컬 index.html, server.py, recording_time.py.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로그 다운로더 사용설명서. 기준: 2026-09-16 로컬 index.html, server.py, recording_time.py.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e797d7bef345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12cd40c20b421a" /><Relationship Type="http://schemas.openxmlformats.org/officeDocument/2006/relationships/slideLayout" Target="/ppt/slideLayouts/slideLayout1.xml" Id="R2b7c0bc4079543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7c0bc4079543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cef6bc6e5477e" /><Relationship Type="http://schemas.openxmlformats.org/officeDocument/2006/relationships/notesSlide" Target="/ppt/notesSlides/notesSlide1.xml" Id="Rd70bd65f745c4b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ec4bdbd274bf3" /><Relationship Type="http://schemas.openxmlformats.org/officeDocument/2006/relationships/image" Target="/ppt/media/image.png" Id="R8bdc0ac025354df1" /><Relationship Type="http://schemas.openxmlformats.org/officeDocument/2006/relationships/notesSlide" Target="/ppt/notesSlides/notesSlide2.xml" Id="R7d9a44a36f0d4f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1cba3e4914e2a" /><Relationship Type="http://schemas.openxmlformats.org/officeDocument/2006/relationships/image" Target="/ppt/media/image2.png" Id="Rc95424c201054b51" /><Relationship Type="http://schemas.openxmlformats.org/officeDocument/2006/relationships/notesSlide" Target="/ppt/notesSlides/notesSlide3.xml" Id="R2445ae948b6845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9abe26dda4c8a" /><Relationship Type="http://schemas.openxmlformats.org/officeDocument/2006/relationships/image" Target="/ppt/media/image3.png" Id="R921669e8f1274002" /><Relationship Type="http://schemas.openxmlformats.org/officeDocument/2006/relationships/notesSlide" Target="/ppt/notesSlides/notesSlide4.xml" Id="Rebf938397cf747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95b0d519e422a" /><Relationship Type="http://schemas.openxmlformats.org/officeDocument/2006/relationships/image" Target="/ppt/media/image4.png" Id="R845fd3aa4e6b437a" /><Relationship Type="http://schemas.openxmlformats.org/officeDocument/2006/relationships/notesSlide" Target="/ppt/notesSlides/notesSlide5.xml" Id="R79087ae8d62c48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afd1455a04909" /><Relationship Type="http://schemas.openxmlformats.org/officeDocument/2006/relationships/image" Target="/ppt/media/image5.png" Id="Rd351d14d7fda4141" /><Relationship Type="http://schemas.openxmlformats.org/officeDocument/2006/relationships/notesSlide" Target="/ppt/notesSlides/notesSlide6.xml" Id="Ra3f32023db5b4f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39646f4164ea6" /><Relationship Type="http://schemas.openxmlformats.org/officeDocument/2006/relationships/image" Target="/ppt/media/image6.png" Id="R8d802b76a73c44ba" /><Relationship Type="http://schemas.openxmlformats.org/officeDocument/2006/relationships/notesSlide" Target="/ppt/notesSlides/notesSlide7.xml" Id="Rbfb73d53d13a44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6ed3ce41c4ae5" /><Relationship Type="http://schemas.openxmlformats.org/officeDocument/2006/relationships/image" Target="/ppt/media/image7.png" Id="Rcfb58680013a44b9" /><Relationship Type="http://schemas.openxmlformats.org/officeDocument/2006/relationships/notesSlide" Target="/ppt/notesSlides/notesSlide8.xml" Id="Rab86fc50b9a842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0cfa4c4ad4364" /><Relationship Type="http://schemas.openxmlformats.org/officeDocument/2006/relationships/image" Target="/ppt/media/image8.png" Id="Reb9eff65804842f1" /><Relationship Type="http://schemas.openxmlformats.org/officeDocument/2006/relationships/notesSlide" Target="/ppt/notesSlides/notesSlide9.xml" Id="R3e6ed02fffe944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757c6efda477e" /><Relationship Type="http://schemas.openxmlformats.org/officeDocument/2006/relationships/notesSlide" Target="/ppt/notesSlides/notesSlide10.xml" Id="R4bc026ec3b644e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c7cd5bda1418c" /><Relationship Type="http://schemas.openxmlformats.org/officeDocument/2006/relationships/image" Target="/ppt/media/image9.png" Id="Rc8d96f158d8f4a0f" /><Relationship Type="http://schemas.openxmlformats.org/officeDocument/2006/relationships/notesSlide" Target="/ppt/notesSlides/notesSlide11.xml" Id="R1b25b1be96bd4c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776e5b9eb4a25" /><Relationship Type="http://schemas.openxmlformats.org/officeDocument/2006/relationships/notesSlide" Target="/ppt/notesSlides/notesSlide12.xml" Id="R0dce25c6f4d34e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F71D8-88FB-4041-8166-1AB41972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DE091-825E-439A-A54E-952637EC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9187E-697A-4146-838C-DEE73B79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343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585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로그 다운로더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E1D3A-EDF5-423C-86A2-2F8F8C2E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1314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0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사용설명서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45433-B038-4393-9DC4-F0719487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81550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녹화 확인부터 파일 저장까지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7C24E-D653-4934-9E67-7EF91CCD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153275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Windows  ·  2026.09.16</a:t>
            </a:r>
          </a:p>
        </p:txBody>
      </p:sp>
    </p:spTree>
    <p:extLst>
      <p:ext uri="{BB962C8B-B14F-4D97-AF65-F5344CB8AC3E}">
        <p14:creationId xmlns:p14="http://schemas.microsoft.com/office/powerpoint/2010/main" val="12912710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8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57403-983E-41B9-903E-7747DCC9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실행과 기기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E4589-175C-401B-AC3B-0D262D8E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45B0C-1A6A-456C-84AE-4EE1173C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1. 같은 네트워크에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CC082-1021-4B5C-8C89-F935CFB9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742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PC와 콤마 기기를 같은 네트워크에 연결합니다.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BBE50-B5BD-463D-9829-98CEAB3D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2. 다운로더 실행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18409-40F2-4EB4-9B11-335B17A2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ZIP을 모두 압축 해제한 뒤 LogDownloader.bat를 실행합니다.</a:t>
            </a:r>
          </a:p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브라우저 주소: http://127.0.0.1:8778/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23F8C-1311-4B18-B35F-A25A9167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3. 기기 불러오기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2E16D-ADD5-492B-80AB-A8AEF7C8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기기 찾기를 누르거나 기기 IP를 입력한 뒤</a:t>
            </a:r>
          </a:p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불러오기를 누릅니다.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c0ac025354df1"/>
          <a:stretch xmlns:a="http://schemas.openxmlformats.org/drawingml/2006/main"/>
        </p:blipFill>
        <p:spPr>
          <a:xfrm xmlns:a="http://schemas.openxmlformats.org/drawingml/2006/main">
            <a:off x="10096500" y="3247726"/>
            <a:ext cx="3714750" cy="188654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EAE10-B41D-40BD-A177-C413217D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00925"/>
            <a:ext cx="1304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IP가 설정되어 있으면 화면을 열 때 목록을 자동으로 불러옵니다.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28EAC-AE8C-4AB5-8353-7211578C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58150"/>
            <a:ext cx="1190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화면 예시 · IP와 녹화 데이터는 설명용입니다.</a:t>
            </a:r>
          </a:p>
        </p:txBody>
      </p:sp>
    </p:spTree>
    <p:extLst>
      <p:ext uri="{BB962C8B-B14F-4D97-AF65-F5344CB8AC3E}">
        <p14:creationId xmlns:p14="http://schemas.microsoft.com/office/powerpoint/2010/main" val="1244310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8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55DA1-C898-4D4D-863D-C0E6F607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화면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5E812-D94F-4559-A683-CCCA88A8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918A8-470C-4493-A76F-FE10106E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왼쪽 메뉴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1CA10-8107-4FAA-9835-37CB1A70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476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기기 연결, 파일 종류,</a:t>
            </a:r>
          </a:p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현재 저장 위치를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A8A37-179F-413F-BC96-C6FE9995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오른쪽 목록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A96F7-AF44-4437-8921-A33F9E8A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3476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날짜와 녹화 시간으로</a:t>
            </a:r>
          </a:p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필요한 기록을 찾습니다.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3B8C3-3B8C-4987-8E66-7A7B23D6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상단 도구 모음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F2155-5901-4CD5-84DA-0298388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3476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저장 폴더, 중단,</a:t>
            </a:r>
          </a:p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선택한 파일 받기가 있습니다.</a:t>
            </a:r>
          </a:p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진행률도 상단에 표시합니다.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424c201054b51"/>
          <a:stretch xmlns:a="http://schemas.openxmlformats.org/drawingml/2006/main"/>
        </p:blipFill>
        <p:spPr>
          <a:xfrm xmlns:a="http://schemas.openxmlformats.org/drawingml/2006/main">
            <a:off x="4600575" y="1666875"/>
            <a:ext cx="9906000" cy="6191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1E013-53B3-4EBA-9D2C-1890B498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58150"/>
            <a:ext cx="1190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화면 예시 · IP와 녹화 데이터는 설명용입니다.</a:t>
            </a:r>
          </a:p>
        </p:txBody>
      </p:sp>
    </p:spTree>
    <p:extLst>
      <p:ext uri="{BB962C8B-B14F-4D97-AF65-F5344CB8AC3E}">
        <p14:creationId xmlns:p14="http://schemas.microsoft.com/office/powerpoint/2010/main" val="7232960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A00BE-4963-4AF5-8770-0CA19C96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녹화 목록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8317F-A85F-4F64-9D99-323E228D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258EB-C565-4D97-ACD7-BF1FD9A7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3716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날짜와 시작·종료 시각을 확인하고, 원하는 행을 클릭합니다.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669e8f1274002"/>
          <a:stretch xmlns:a="http://schemas.openxmlformats.org/drawingml/2006/main"/>
        </p:blipFill>
        <p:spPr>
          <a:xfrm xmlns:a="http://schemas.openxmlformats.org/drawingml/2006/main">
            <a:off x="2285314" y="2257425"/>
            <a:ext cx="10669373" cy="38957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EE3B6-57C4-4E2E-A445-4A4FDD8E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검색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5A4DF-DE41-41B7-BE18-7D88576B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770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날짜 또는 주행 ID로 찾습니다.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16291-9E4A-4155-A04A-17ADE024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5722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순차 표시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62E10-9F7A-4D88-98C7-EB2F4871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7077075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시각 확인이 끝난 기록부터 아래에 나타납니다.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4A051-0685-4717-BBF2-ADB0661F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58150"/>
            <a:ext cx="1190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화면 예시 · IP와 녹화 데이터는 설명용입니다.</a:t>
            </a:r>
          </a:p>
        </p:txBody>
      </p:sp>
    </p:spTree>
    <p:extLst>
      <p:ext uri="{BB962C8B-B14F-4D97-AF65-F5344CB8AC3E}">
        <p14:creationId xmlns:p14="http://schemas.microsoft.com/office/powerpoint/2010/main" val="361034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8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3E387-FEEA-4741-9D79-C6F09765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세션 펼치기와 영상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13DFD-31AB-41AC-8ABB-8C5F9125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442FC-7220-42D3-AF8C-67BFEB98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행을 누르면 펼쳐집니다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16071-FA5D-4D28-A8D1-35C28A9D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날짜 또는 녹화 시간을 누르면</a:t>
            </a:r>
          </a:p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바로 아래에 영상 목록이 나옵니다.</a:t>
            </a:r>
          </a:p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다시 누르면 접힙니다.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B6A46-4128-41FB-B19A-3124FD60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영상 미리보기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6EC13-8F42-4CA6-B955-255F0203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영상 이미지나 재생을 누르면</a:t>
            </a:r>
          </a:p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미리보기 창을 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B7A91-279A-4D0E-9D9E-DD9BC052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3714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세션은 연속 녹화 파일을 묶은 목록입니다.</a:t>
            </a:r>
          </a:p>
          <a:p xmlns:a="http://schemas.openxmlformats.org/drawingml/2006/main">
            <a:pPr>
              <a:defRPr sz="180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각 영상 구간은 보통 약 1분이며,</a:t>
            </a:r>
          </a:p>
          <a:p xmlns:a="http://schemas.openxmlformats.org/drawingml/2006/main">
            <a:pPr>
              <a:defRPr sz="180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시작·종료 구간은 더 짧을 수 있습니다.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fd3aa4e6b437a"/>
          <a:stretch xmlns:a="http://schemas.openxmlformats.org/drawingml/2006/main"/>
        </p:blipFill>
        <p:spPr>
          <a:xfrm xmlns:a="http://schemas.openxmlformats.org/drawingml/2006/main">
            <a:off x="5215239" y="1562100"/>
            <a:ext cx="9048148" cy="619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BD3A7-AA4D-4745-9EB0-8970E3BD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58150"/>
            <a:ext cx="1190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화면 예시 · IP와 녹화 데이터는 설명용입니다.</a:t>
            </a:r>
          </a:p>
        </p:txBody>
      </p:sp>
    </p:spTree>
    <p:extLst>
      <p:ext uri="{BB962C8B-B14F-4D97-AF65-F5344CB8AC3E}">
        <p14:creationId xmlns:p14="http://schemas.microsoft.com/office/powerpoint/2010/main" val="4033680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6BEA7-4F4C-4A88-BEBA-8623E67A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전체 또는 선택한 구간 받기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BCF70-0943-463A-A91B-A2A99206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F0A8E-5155-405E-8050-20549C24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세션 하나 전체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3BE2A-EB76-45A5-853A-3724F289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원하는 행의 전체 받기를 누르면</a:t>
            </a:r>
          </a:p>
          <a:p xmlns:a="http://schemas.openxmlformats.org/drawingml/2006/main">
            <a:pPr>
              <a:defRPr sz="2250" b="0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해당 세션 전체를 바로 받습니다.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188D8-CFBF-4A16-A000-94DA01D3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여러 세션 또는 일부 구간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78AF5-7EC5-4D07-B3A3-515A000F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66975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왼쪽 체크박스로 세션을 선택하거나</a:t>
            </a:r>
          </a:p>
          <a:p xmlns:a="http://schemas.openxmlformats.org/drawingml/2006/main">
            <a:pPr>
              <a:defRPr sz="2250" b="0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펼친 목록에서 영상 구간을 선택합니다.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F8189-7FCE-4ECE-9FFD-94B8DEC2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상단의 선택한 파일 받기로 다운로드합니다.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1d14d7fda4141"/>
          <a:stretch xmlns:a="http://schemas.openxmlformats.org/drawingml/2006/main"/>
        </p:blipFill>
        <p:spPr>
          <a:xfrm xmlns:a="http://schemas.openxmlformats.org/drawingml/2006/main">
            <a:off x="685800" y="4946546"/>
            <a:ext cx="13868400" cy="106065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B31E4-5332-4E5C-9709-ACC65468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번호 선택 예시: 2-4,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483C1D-0CF9-403A-82EC-E984E849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77100"/>
            <a:ext cx="1323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2, 3, 4, 8번의 네 구간을 선택합니다.</a:t>
            </a:r>
          </a:p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상단 파일 수는 선택한 구간 수와 파일 종류에 따라 달라집니다.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7C969-4938-498D-AFB2-3A31805D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58150"/>
            <a:ext cx="1190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화면 예시 · IP와 녹화 데이터는 설명용입니다.</a:t>
            </a:r>
          </a:p>
        </p:txBody>
      </p:sp>
    </p:spTree>
    <p:extLst>
      <p:ext uri="{BB962C8B-B14F-4D97-AF65-F5344CB8AC3E}">
        <p14:creationId xmlns:p14="http://schemas.microsoft.com/office/powerpoint/2010/main" val="5554135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8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4326E-CA47-4CE4-BE02-16A07DF7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시간 범위로 일부만 받기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187B3-7DF4-458D-AEF6-CC5D0C40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FE2CE-ECF8-401E-A750-0D5A620C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3144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1. 세션을 펼칩니다.</a:t>
            </a:r>
          </a:p>
          <a:p xmlns:a="http://schemas.openxmlformats.org/drawingml/2006/main">
            <a:pPr>
              <a:defRPr sz="2400" b="0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2. 시작과 종료를 입력합니다.</a:t>
            </a:r>
          </a:p>
          <a:p xmlns:a="http://schemas.openxmlformats.org/drawingml/2006/main">
            <a:pPr>
              <a:defRPr sz="2400" b="0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3. 이 시간대 받기를 누릅니다.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02b76a73c44ba"/>
          <a:stretch xmlns:a="http://schemas.openxmlformats.org/drawingml/2006/main"/>
        </p:blipFill>
        <p:spPr>
          <a:xfrm xmlns:a="http://schemas.openxmlformats.org/drawingml/2006/main">
            <a:off x="685800" y="4183455"/>
            <a:ext cx="13868400" cy="75804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BE961-136F-4186-80E3-C19E2FF6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시간은 한국 시간(KST) 기준입니다.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10F0C-039C-4FA5-B916-6FD5C2F2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입력 범위와 겹치는 구간 파일을 받습니다.</a:t>
            </a:r>
          </a:p>
          <a:p xmlns:a="http://schemas.openxmlformats.org/drawingml/2006/main">
            <a:pPr>
              <a:defRPr sz="217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영상은 파일 단위로 저장하므로 입력한 초 단위로 잘라내지는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31CC3-3DC9-43B9-8D83-A5CA433B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58150"/>
            <a:ext cx="1190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화면 예시 · IP와 녹화 데이터는 설명용입니다.</a:t>
            </a:r>
          </a:p>
        </p:txBody>
      </p:sp>
    </p:spTree>
    <p:extLst>
      <p:ext uri="{BB962C8B-B14F-4D97-AF65-F5344CB8AC3E}">
        <p14:creationId xmlns:p14="http://schemas.microsoft.com/office/powerpoint/2010/main" val="9873922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72AE3-AC43-4EB0-AAE1-52F30D40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다운로드 파일 종류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3F248-8566-4177-BE9A-E1494231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A600A-F47C-44CC-8387-24E8706B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왼쪽 로그 + 영상을 펼치면 파일 종류를 선택할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B9CAB-66F1-47FD-ADB0-7A82371A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rlog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CB054-80F9-44AE-9A04-71458CC1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781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차량 상태와 주행 분석에 사용하는 상세 로그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665BC-2095-436E-9D9B-B3E84FDD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qcamera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FA6B9-529F-4BC4-B7B5-9465A5E1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781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녹화 영상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85045-34A3-491E-BA2F-7D73E4D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qlog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3CAB8-10E1-4FD6-B5AE-A8FDE02E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81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요약 로그 파일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58680013a44b9"/>
          <a:stretch xmlns:a="http://schemas.openxmlformats.org/drawingml/2006/main"/>
        </p:blipFill>
        <p:spPr>
          <a:xfrm xmlns:a="http://schemas.openxmlformats.org/drawingml/2006/main">
            <a:off x="10096500" y="3431294"/>
            <a:ext cx="3810000" cy="2014712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5437D-AC7E-4B66-BA63-A6E84410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8389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기본 선택은 rlog와 qcamera입니다.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40F62-8C5D-4125-AB5E-5041E1BB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58150"/>
            <a:ext cx="1190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화면 예시 · IP와 녹화 데이터는 설명용입니다.</a:t>
            </a:r>
          </a:p>
        </p:txBody>
      </p:sp>
    </p:spTree>
    <p:extLst>
      <p:ext uri="{BB962C8B-B14F-4D97-AF65-F5344CB8AC3E}">
        <p14:creationId xmlns:p14="http://schemas.microsoft.com/office/powerpoint/2010/main" val="2095654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8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623E3-08FA-42EC-8CA7-D593FDF9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다운로드 폴더 지정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82829-7DB8-4D1E-BD8E-8D792FF7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BD0BA-B037-44F7-A413-17769239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1. 저장 폴더…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763FA-5E82-460A-95FB-273BB410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571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상단 도구 모음에서 누릅니다.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05C75-DA9F-4502-AA9C-51640FE9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2. 폴더 선택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67E07-87C5-40EE-A299-48116BDE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571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탐색기에서 선택…을 누릅니다.</a:t>
            </a:r>
          </a:p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또는 경로를 직접 입력하고 적용을 누릅니다.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C5739-F674-4852-8FFF-FC2A89FE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3. 저장 위치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DE5F8-D69B-4383-A3FF-182EA114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71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왼쪽 아래 저장 위치에서 확인합니다.</a:t>
            </a:r>
          </a:p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지정한 위치는 다음 실행에도 유지됩니다.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eff65804842f1"/>
          <a:stretch xmlns:a="http://schemas.openxmlformats.org/drawingml/2006/main"/>
        </p:blipFill>
        <p:spPr>
          <a:xfrm xmlns:a="http://schemas.openxmlformats.org/drawingml/2006/main">
            <a:off x="7896643" y="2228850"/>
            <a:ext cx="5961813" cy="4619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E7586-6FF9-4FD9-B85B-262EEEC1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58150"/>
            <a:ext cx="1190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화면 예시 · IP와 녹화 데이터는 설명용입니다.</a:t>
            </a:r>
          </a:p>
        </p:txBody>
      </p:sp>
    </p:spTree>
    <p:extLst>
      <p:ext uri="{BB962C8B-B14F-4D97-AF65-F5344CB8AC3E}">
        <p14:creationId xmlns:p14="http://schemas.microsoft.com/office/powerpoint/2010/main" val="20848157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B9C5D-74D0-4FB1-9EB2-178A3834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저장 폴더명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9D47F-C56F-4E43-956A-74432434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6941D-DB68-4427-A1DE-520041BE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381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48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20260911_1751_1806(15)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CAEC8-F02B-42C2-BE07-E45E94BC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628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20260911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04270-22D5-41B9-B59B-39FEB1A0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선택한 로그가 기록된 날짜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36979-7B7D-445D-AB2D-2E4803A3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7147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1751_1806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51666-58C0-48AF-8085-B9966E72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410075"/>
            <a:ext cx="642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선택한 로그의 시작·종료 시각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14E37-998D-4E9F-8093-2586A7BD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628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(15)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4F146-9757-4492-A06E-69BAC5D1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선택한 로그 구간 15개</a:t>
            </a:r>
          </a:p>
          <a:p xmlns:a="http://schemas.openxmlformats.org/drawingml/2006/main">
            <a:pPr>
              <a:defRPr sz="217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rlog와 영상을 함께 받아도 (15)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29E60-3D64-4969-A7DA-EA309C2F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5054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기준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31765-BDA8-4C88-809A-8A2A878D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6200775"/>
            <a:ext cx="6429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다운로드 시각이 아닌 기록 시각</a:t>
            </a:r>
          </a:p>
          <a:p xmlns:a="http://schemas.openxmlformats.org/drawingml/2006/main">
            <a:pPr>
              <a:defRPr sz="217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자정을 넘으면 날짜는 시작일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1812F-06D3-4FB7-B820-2FA33E0A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34300"/>
            <a:ext cx="1285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예시 경로: D:\openpilot_logs\20260911_1751_1806(15)\</a:t>
            </a:r>
          </a:p>
        </p:txBody>
      </p:sp>
    </p:spTree>
    <p:extLst>
      <p:ext uri="{BB962C8B-B14F-4D97-AF65-F5344CB8AC3E}">
        <p14:creationId xmlns:p14="http://schemas.microsoft.com/office/powerpoint/2010/main" val="21105374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8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01845-0875-450D-9333-69015F73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다운로드 완료와 중단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93378-CFCE-4EC8-AB49-964C353D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FDC01-F397-4AE9-A866-4106A87A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완료 팝업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EB455-8B73-4AF2-AB07-0D616B23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561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다운로드가 끝나면 처리 결과와</a:t>
            </a:r>
          </a:p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저장 폴더를 표시합니다.</a:t>
            </a:r>
          </a:p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확인을 눌러 닫습니다.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ED3E2-F7B8-45D9-AF72-72D6C71A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중단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F0B9D-0939-4F58-8FFF-ED43D751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561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상단 중단을 누릅니다.</a:t>
            </a:r>
          </a:p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이미 완료한 파일은 남아 있고,</a:t>
            </a:r>
          </a:p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대기 중인 세션도 시작하지 않습니다.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96f158d8f4a0f"/>
          <a:stretch xmlns:a="http://schemas.openxmlformats.org/drawingml/2006/main"/>
        </p:blipFill>
        <p:spPr>
          <a:xfrm xmlns:a="http://schemas.openxmlformats.org/drawingml/2006/main">
            <a:off x="7286625" y="2467884"/>
            <a:ext cx="7191375" cy="354148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40C84-9813-498A-B77E-072BF8FD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05675"/>
            <a:ext cx="1333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오류나 누락이 있으면 완료와 다른 메시지를 표시합니다.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F862DF-6465-4E8D-9E33-6522FF5B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58150"/>
            <a:ext cx="1190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화면 예시 · IP와 녹화 데이터는 설명용입니다.</a:t>
            </a:r>
          </a:p>
        </p:txBody>
      </p:sp>
    </p:spTree>
    <p:extLst>
      <p:ext uri="{BB962C8B-B14F-4D97-AF65-F5344CB8AC3E}">
        <p14:creationId xmlns:p14="http://schemas.microsoft.com/office/powerpoint/2010/main" val="6882087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8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7CA9E-BF82-428D-A18F-14AD7D29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4F5F7"/>
                </a:solidFill>
                <a:latin typeface="Malgun Gothic"/>
                <a:ea typeface="Malgun Gothic"/>
                <a:cs typeface="Malgun Gothic"/>
              </a:rPr>
              <a:t>문제가 생겼을 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1E133-4505-4DC8-8695-126050AA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C3CCA-6227-4D77-B421-CA0FBA9A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기기를 찾지 못할 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5AFED-E909-43ED-97C6-F1611042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371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기기 전원과 PC의 네트워크를 확인합니다.</a:t>
            </a:r>
          </a:p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기기 화면에서 IP를 확인해 직접 입력한 뒤 불러오기를 누릅니다.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FE830-53DE-434F-9CA9-FE0F68ED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목록이 천천히 나타날 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B93D1-A5EB-4CA6-BB84-D4CDFE89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1371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로그의 기록 시각을 확인하는 과정입니다. 먼저 나타난 세션부터 확인할 수 있습니다.</a:t>
            </a:r>
          </a:p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기기와 연결이 끊겼다면 다시 연결한 뒤 불러오기를 누릅니다.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49498-8B5B-4CD9-A5CA-175740A4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9ACFF"/>
                </a:solidFill>
                <a:latin typeface="Malgun Gothic"/>
                <a:ea typeface="Malgun Gothic"/>
                <a:cs typeface="Malgun Gothic"/>
              </a:rPr>
              <a:t>날짜가 미확인일 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F9FCA-97EE-448D-881A-F7C48F1C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371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정상 시계 정보를 찾지 못한 기록입니다. 현재 시각으로 날짜를 대신하지 않습니다.</a:t>
            </a:r>
          </a:p>
          <a:p xmlns:a="http://schemas.openxmlformats.org/drawingml/2006/main">
            <a:pPr>
              <a:def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해당 파일은 지정 폴더 아래 날짜미확인 폴더에 저장합니다.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657C6-6BAB-4F1F-94E1-70DC8E09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10425"/>
            <a:ext cx="13525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받기 실패 후에는 연결을 확인하고 같은 범위를 다시 받습니다.</a:t>
            </a:r>
          </a:p>
          <a:p xmlns:a="http://schemas.openxmlformats.org/drawingml/2006/main">
            <a:pPr>
              <a:defRPr sz="187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B3B8C2"/>
                </a:solidFill>
                <a:latin typeface="Malgun Gothic"/>
                <a:ea typeface="Malgun Gothic"/>
                <a:cs typeface="Malgun Gothic"/>
              </a:rPr>
              <a:t>이미 같은 크기로 저장된 파일은 건너뜁니다. 사용 중에는 서버 실행 창을 열어 둡니다.</a:t>
            </a:r>
          </a:p>
        </p:txBody>
      </p:sp>
    </p:spTree>
    <p:extLst>
      <p:ext uri="{BB962C8B-B14F-4D97-AF65-F5344CB8AC3E}">
        <p14:creationId xmlns:p14="http://schemas.microsoft.com/office/powerpoint/2010/main" val="608662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2026-09-16T12:16:35.3560000Z</dcterms:created>
  <dcterms:modified xsi:type="dcterms:W3CDTF">2026-09-16T12:16:35.3560000Z</dcterms:modified>
</coreProperties>
</file>